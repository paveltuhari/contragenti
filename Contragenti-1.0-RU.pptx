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 о приёмке MSI-инсталлятора Contragenti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 СБОРКЕ И ПРИЁМКЕ · WINDOWS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Contragenti 1.0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MSI-инсталлятор для поиска юридических лиц Молдовы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портале date.gov.md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 ·  Contragenti-1.0.0-win64.msi  ·  30,1 МБ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017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 ·  cx_Freeze 8.7  ·  Python 3.12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8581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 ·  для пользователя, без прав администратора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89720" y="2148840"/>
            <a:ext cx="2194560" cy="2194560"/>
          </a:xfrm>
          <a:prstGeom prst="ellipse">
            <a:avLst/>
          </a:prstGeom>
          <a:solidFill>
            <a:srgbClr val="1D3444"/>
          </a:solidFill>
          <a:ln w="15875">
            <a:solidFill>
              <a:srgbClr val="4FC0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89720" y="2651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MSI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win64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приёмки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пройден на самом собранном пакете, а не на исходном коде.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6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возврата msiexec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2152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6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Самопроверка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подсистемы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8504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фирм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запрос к порталу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920240"/>
            <a:ext cx="2487168" cy="315468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34856" y="2487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6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36118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остатков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предоставлены порталом открытых данных Правительства Республики Молдова (date.gov.md).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проверки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же, как это сделает пользователь.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пакета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Тихая установка в профиль пользователя. Права администратора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требуются, UAC не появляется.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797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запуск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08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открывается на вкладке онлайн-поиска. В заголовке — счётчик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накопленной базы, меню на русском.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0142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86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запрос к date.gov.md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 настоящий Chrome 151, пройдена форма портала.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локальной базе осело 40 компаний.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285232"/>
            <a:ext cx="5532120" cy="548640"/>
          </a:xfrm>
          <a:prstGeom prst="roundRect">
            <a:avLst>
              <a:gd name="adj" fmla="val 8333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285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msiexec /i Contragenti-1.0.0-win64.msi /qn      →  ExitCode 0</a:t>
            </a:r>
            <a:endParaRPr lang="en-US" sz="1050" dirty="0"/>
          </a:p>
        </p:txBody>
      </p:sp>
      <p:pic>
        <p:nvPicPr>
          <p:cNvPr id="18" name="Image 0" descr="F:\grok\contragents data gov\docs\screenshots_ru\01_o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73952"/>
            <a:ext cx="4892040" cy="373869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6629400" y="5540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«Онлайн-поиск»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Локальная база и карточки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72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Офлайн-поиск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«Только БД» ищет по накопленным записям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обращения к сайту.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8072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797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компании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08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данные, учредители с долями и задолженность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бюджетом.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0142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867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и ярлык удаляются полностью. Файл companies.db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данными пользователя намеренно остаётся.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285232"/>
            <a:ext cx="5532120" cy="548640"/>
          </a:xfrm>
          <a:prstGeom prst="roundRect">
            <a:avLst>
              <a:gd name="adj" fmla="val 8333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285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msiexec /x Contragenti-1.0.0-win64.msi /qn      →  ExitCode 0</a:t>
            </a:r>
            <a:endParaRPr lang="en-US" sz="1050" dirty="0"/>
          </a:p>
        </p:txBody>
      </p:sp>
      <p:pic>
        <p:nvPicPr>
          <p:cNvPr id="17" name="Image 0" descr="F:\grok\contragents data gov\docs\screenshots_ru\02_db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73952"/>
            <a:ext cx="4892040" cy="373869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8" name="Text 15"/>
          <p:cNvSpPr txBox="1"/>
          <p:nvPr/>
        </p:nvSpPr>
        <p:spPr>
          <a:xfrm>
            <a:off x="6629400" y="5540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«Только БД»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Карточки компаний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подтянуты с портала живым запросом.</a:t>
            </a:r>
            <a:endParaRPr lang="en-US" sz="1400" dirty="0"/>
          </a:p>
        </p:txBody>
      </p:sp>
      <p:pic>
        <p:nvPicPr>
          <p:cNvPr id="4" name="Image 0" descr="F:\grok\contragents data gov\docs\screenshots_ru\03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08" y="1645920"/>
            <a:ext cx="5025224" cy="38404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pic>
        <p:nvPicPr>
          <p:cNvPr id="5" name="Image 1" descr="F:\grok\contragents data gov\docs\screenshots_ru\04_card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88" y="1645920"/>
            <a:ext cx="5025224" cy="38404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85800" y="56509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UNISIM-SOFT S.R.L. — карточка с деталями с портала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56509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«ALFA-VIS» по локальной базе — два совпадения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Самопрезентация и самопроверка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пункты меню «Справка» — программа рассказывает о себе и проверяет себя сама.</a:t>
            </a:r>
            <a:endParaRPr lang="en-US" sz="1400" dirty="0"/>
          </a:p>
        </p:txBody>
      </p:sp>
      <p:pic>
        <p:nvPicPr>
          <p:cNvPr id="4" name="Image 0" descr="F:\grok\contragents data gov\docs\screenshots_ru\05_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531" y="1691640"/>
            <a:ext cx="5081778" cy="35661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pic>
        <p:nvPicPr>
          <p:cNvPr id="5" name="Image 1" descr="F:\grok\contragents data gov\docs\screenshots_ru\06_self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76610"/>
            <a:ext cx="5349240" cy="2396221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85800" y="54406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 программе» — на языке интерфейса, с живым счётчиком базы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485571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самопроверки: база, переводы, XML, сеть, парсеры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сломалось по дороге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настоящие ошибки, найденные при приёмке. Обе исправлены и перепроверены.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84832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3A201B"/>
          </a:solidFill>
          <a:ln w="12700">
            <a:solidFill>
              <a:srgbClr val="5A2E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E0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БЛОКИРОВАЛА ОНЛАЙН-ПОИСК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87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cookie перехватывал отправку формы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3580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согласия перекрывал кнопку отправки запроса — Selenium падал с ElementClickInterceptedException. Онлайн-поиск не работал вообще, ни по одному запросу.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34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Исправлено: баннер закрывается выбором «только необходимые», плюс запасной клик через DOM.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084832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3A201B"/>
          </a:solidFill>
          <a:ln w="12700">
            <a:solidFill>
              <a:srgbClr val="5A2E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0848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E08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СОБРАННОМ EXE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487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не открывалась после установки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3580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companies.db считался от __file__, а cx_Freeze прячет модули в library.zip. В исходниках работало, в установленной программе — «unable to open database file».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434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Исправлено: путь берётся от sys.executable. Ошибку нашла сама встроенная самопроверка.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Данные, полученные с портала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образцы и не заглушки — ответ date.gov.md на живые запросы.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Societatea cu Răspundere Limitată ALFA-VIS COM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1017600018242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4015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13.04.2017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50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950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mun. Chişinău, sec. Centru,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Alecsandri Vasile, 80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988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44988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BUBIS YEVGENY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474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Учредители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5047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BUBIS ANNA — 50,00 %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BUBIS YEVGENY — 50,00 %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596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бюджету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55961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 MDL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64592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7512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Centrul de Elaborare şi Implementare a Sistemelor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Informaţionale de Management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286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UNISIM-SOFT S.R.L.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1003600116460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40156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4015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30.03.2001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9502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950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mun. Chişinău, sec. Buiucani,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Alba-Iulia, 75/B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4988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4988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TUHARI PAVEL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0474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Учредители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047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TUHARI PAVEL — 100,00 %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55961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 бюджету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55961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6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 MDL  (bugetul de stat)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сняты эти скриншоты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экрана был невозможен: сборочная сессия отключена от рабочего стола. Приложение снимает себя само.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окно верхнего уровня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756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GetParent(widget.winfo_id()) — сам виджет Tk даёт дочернее окно, без рамки и заголовка.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7556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Попросить окно нарисовать себя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0756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PrintWindow(hwnd, memdc, PW_RENDERFULLCONTENT) — отрисовка в теневой контекст, минуя экран.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81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Забрать пиксели правильной стороной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01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GetDIBits с отрицательной высотой — строки сверху вниз, иначе картинка перевёрнута.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081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изображение как BGRA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01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каналов в Windows именно такой, не RGBA.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572000"/>
            <a:ext cx="10835640" cy="1463040"/>
          </a:xfrm>
          <a:prstGeom prst="roundRect">
            <a:avLst>
              <a:gd name="adj" fmla="val 3750"/>
            </a:avLst>
          </a:prstGeom>
          <a:solidFill>
            <a:srgbClr val="F6E7E4"/>
          </a:solidFill>
          <a:ln w="12700">
            <a:solidFill>
              <a:srgbClr val="E8CC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Подводный камень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74920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выходит за пределы физического экрана, попадает в снимок пустым — драйвер там не рисует. Окно к тому же не ужимается меньше своего minsize. Демо снимает это ограничение и берёт размер экрана из GetSystemMetrics, а не из Tk.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повторить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возможности доступны из интерфейса и из командной строки.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35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7568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482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Самопроверка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программе: меню Справка → Запустить самопроверку.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консоли — код возврата 0 при успехе, годится для CI.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0" y="2350008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45552" y="23500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Contragenti.exe --selftest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10835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422452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970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Самопрезентация со скриншотами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72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 по всем экранам с демонстрационными данными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складывает снимки в указанную папку.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4498848"/>
            <a:ext cx="3520440" cy="685800"/>
          </a:xfrm>
          <a:prstGeom prst="roundRect">
            <a:avLst>
              <a:gd name="adj" fmla="val 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45552" y="44988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Contragenti.exe --demo --demo-dir "...\demo"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с ERP una.md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Найденная организация уходит в справочник una.md тремя автономными блоками, связанными общим кодом.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564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84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TMS_UNIVERS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Справочная запись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9992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генерируется триггером, TIP='O'. Именно этот код связывает остальные блоки.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142232" y="27889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53128" y="1828800"/>
            <a:ext cx="34564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2084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45736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29992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CODFISCAL (IDNO), юридический адрес, руководитель — прямо из карточки date.gov.md.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78892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0456" y="1828800"/>
            <a:ext cx="345643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13064" y="2084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13064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TMS_ORG_ACCOUNTS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13064" y="26700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Банковские счета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513064" y="2999232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одной записи на счёт. Банк определяется из IBAN и сверяется со справочником по BIC.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526280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фиксируется отдельной транзакцией — сбой на счёте не откатывает уже созданную организацию.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режима работы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 на лету — или вручную, с явным выбором записей.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84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 «Авто-отправка при поиске»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31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результат поиска сразу уходит в una.md отдельным асинхронным запросом. Интерфейс не блокируется.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401568"/>
            <a:ext cx="960120" cy="274320"/>
          </a:xfrm>
          <a:prstGeom prst="roundRect">
            <a:avLst>
              <a:gd name="adj" fmla="val 16667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4015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 в первом столбце таблицы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749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Снимите авто-режим, отметьте нужные строки и нажмите «Отправить выбранные». Счётчик показывает, сколько отмечено.</a:t>
            </a:r>
            <a:endParaRPr lang="en-US" sz="1050" dirty="0"/>
          </a:p>
        </p:txBody>
      </p:sp>
      <p:pic>
        <p:nvPicPr>
          <p:cNvPr id="14" name="Image 0" descr="F:\grok\contragents data gov\docs\screenshots_ru\07_tms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1528" y="1737360"/>
            <a:ext cx="3884904" cy="30175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6446520" y="48646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una.md: отмечены две записи из трёх</a:t>
            </a:r>
            <a:endParaRPr lang="en-US" sz="1050" dirty="0"/>
          </a:p>
        </p:txBody>
      </p:sp>
      <p:pic>
        <p:nvPicPr>
          <p:cNvPr id="16" name="Image 1" descr="F:\grok\contragents data gov\docs\screenshots_ru\08_tms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64" y="4754880"/>
            <a:ext cx="2660073" cy="11430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7" name="Text 13"/>
          <p:cNvSpPr txBox="1"/>
          <p:nvPr/>
        </p:nvSpPr>
        <p:spPr>
          <a:xfrm>
            <a:off x="685800" y="6007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подключения; пароль хранится вне кода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записи в песочнице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отправка в тестовую базу clouddev, результат сверен независимо через SQL*Plus.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8521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011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957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TMS_UNIVERS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95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95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962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614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962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9626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529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TMS_ORG_ACCOUNTS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5295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5295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52958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1929384"/>
            <a:ext cx="182880" cy="182880"/>
          </a:xfrm>
          <a:prstGeom prst="ellipse">
            <a:avLst/>
          </a:prstGeom>
          <a:solidFill>
            <a:srgbClr val="0B6E5F"/>
          </a:solidFill>
          <a:ln w="12700">
            <a:solidFill>
              <a:srgbClr val="0B6E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9480" y="1874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10312 — ALFA-VIS COM: создана, счёт MD24AG…4168 привязан к банку 5197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2798064"/>
            <a:ext cx="182880" cy="182880"/>
          </a:xfrm>
          <a:prstGeom prst="ellipse">
            <a:avLst/>
          </a:prstGeom>
          <a:solidFill>
            <a:srgbClr val="0B6E5F"/>
          </a:solidFill>
          <a:ln w="12700">
            <a:solidFill>
              <a:srgbClr val="0B6E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27432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10313 — Casa de Comerţ ALFA-VIS: создана без счёта (IBAN не задан)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3666744"/>
            <a:ext cx="182880" cy="182880"/>
          </a:xfrm>
          <a:prstGeom prst="ellipse">
            <a:avLst/>
          </a:prstGeom>
          <a:solidFill>
            <a:srgbClr val="69808F"/>
          </a:solidFill>
          <a:ln w="12700">
            <a:solidFill>
              <a:srgbClr val="6980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36118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UNISIM-SOFT — отклонена как дубликат по CODFISCAL, записи не задвоились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617720"/>
            <a:ext cx="10835640" cy="685800"/>
          </a:xfrm>
          <a:prstGeom prst="roundRect">
            <a:avLst>
              <a:gd name="adj" fmla="val 6667"/>
            </a:avLst>
          </a:prstGeom>
          <a:solidFill>
            <a:srgbClr val="12222F"/>
          </a:solidFill>
          <a:ln w="12700">
            <a:solidFill>
              <a:srgbClr val="1222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61772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sqlplus paralax@clouddev  →  SELECT u.cod, u.denumirea, o.codfiscal, a.account1 FROM tms_univers u JOIN tms_org o ON o.cod=u.cod LEFT JOIN tms_org_accounts a ON a.cod_org=u.cod;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вскрыла запись в базу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424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находки, которые проявились только на реальной вставке.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Кодировка базы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225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CL8MSWIN1251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6148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Румынских диакритик (ă, ş, ţ) в кодировке базы нет. Неявное преобразование средствами клиента даёт либо транслитерацию, либо «?» — в зависимости от NLS_LANG рабочей станции.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2452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Транслитерация вынесена в код и стала детерминированной: ă→a, ş→s, ţ→t. Кириллица не затрагивается.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1D3444"/>
          </a:solidFill>
          <a:ln w="12700">
            <a:solidFill>
              <a:srgbClr val="2E4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029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 банков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225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Матчинг по IBAN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76148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в TMS хранит BIC в поле CODVECHI. Молдавский IBAN несёт 2-буквенный код банка, а не 4-символьный, как в BIC.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22452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всю ведущую буквенную часть IBAN: AG → AGRNMD2X, Moldova-Agroindbank, COD 5197.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Витрина una.md внутри программы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Contragenti бесплатен и работает витриной платформы: пользователь видит, частью чего является инструмент.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64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шапке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939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Постоянная, но ненавязчивая строка бренда с переходом в презентацию.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437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«Об ERP una.md»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729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 как альтернативы 1С и блок «что это меняет на практике».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9410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22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пробе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51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«Настроить подключение» ведёт из презентации прямо к подключению: интерес превращается в пробу в один клик.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5029200"/>
            <a:ext cx="5532120" cy="960120"/>
          </a:xfrm>
          <a:prstGeom prst="roundRect">
            <a:avLst>
              <a:gd name="adj" fmla="val 5714"/>
            </a:avLst>
          </a:prstGeom>
          <a:solidFill>
            <a:srgbClr val="E3EFEC"/>
          </a:solidFill>
          <a:ln w="12700">
            <a:solidFill>
              <a:srgbClr val="C9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0292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B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проверяемые утверждения — без числа клиентов, цен и сравнений «лучше/быстрее»: такие легко оспорить, и они подорвали бы доверие к остальному.</a:t>
            </a:r>
            <a:endParaRPr lang="en-US" sz="1050" dirty="0"/>
          </a:p>
        </p:txBody>
      </p:sp>
      <p:pic>
        <p:nvPicPr>
          <p:cNvPr id="18" name="Image 0" descr="F:\grok\contragents data gov\docs\screenshots_ru\10_una_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242" y="1691640"/>
            <a:ext cx="3095197" cy="29718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19" name="Text 16"/>
          <p:cNvSpPr txBox="1"/>
          <p:nvPr/>
        </p:nvSpPr>
        <p:spPr>
          <a:xfrm>
            <a:off x="64922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«Об ERP una.md» — доступно из меню и из баннера</a:t>
            </a:r>
            <a:endParaRPr lang="en-US" sz="1050" dirty="0"/>
          </a:p>
        </p:txBody>
      </p:sp>
      <p:pic>
        <p:nvPicPr>
          <p:cNvPr id="20" name="Image 1" descr="F:\grok\contragents data gov\docs\screenshots_ru\11_una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358659"/>
            <a:ext cx="5029200" cy="31034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A1621">
                <a:alpha val="22000"/>
              </a:srgbClr>
            </a:outerShdw>
          </a:effectLst>
        </p:spPr>
      </p:pic>
      <p:sp>
        <p:nvSpPr>
          <p:cNvPr id="21" name="Text 17"/>
          <p:cNvSpPr txBox="1"/>
          <p:nvPr/>
        </p:nvSpPr>
        <p:spPr>
          <a:xfrm>
            <a:off x="6492240" y="5760445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бренда в шапке главного окна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40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 готов к раздаче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FB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Установка, работа с реальными данными портала, самопроверка и удаление — проверены.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4663440" cy="640080"/>
          </a:xfrm>
          <a:prstGeom prst="roundRect">
            <a:avLst>
              <a:gd name="adj" fmla="val 7143"/>
            </a:avLst>
          </a:prstGeom>
          <a:solidFill>
            <a:srgbClr val="1D3444"/>
          </a:solidFill>
          <a:ln w="12700">
            <a:solidFill>
              <a:srgbClr val="4FC0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C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dist\Contragenti-1.0.0-win64.msi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9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предоставлены порталом открытых данных Правительства Республики Молдова (date.gov.md).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Contragenti 1.0 — Отчёт о приёмке</dc:title>
  <dc:subject>PptxGenJS Presentation</dc:subject>
  <dc:creator>Contragenti</dc:creator>
  <cp:lastModifiedBy>Contragenti</cp:lastModifiedBy>
  <cp:revision>1</cp:revision>
  <dcterms:created xsi:type="dcterms:W3CDTF">2026-08-27T22:08:11Z</dcterms:created>
  <dcterms:modified xsi:type="dcterms:W3CDTF">2026-08-27T22:08:11Z</dcterms:modified>
</cp:coreProperties>
</file>